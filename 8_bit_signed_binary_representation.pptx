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png" ContentType="image/pn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E1E6E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E1E6E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E1E6E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E1E6E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36818" y="3424814"/>
            <a:ext cx="5172710" cy="483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E1E6E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jpg"/><Relationship Id="rId5" Type="http://schemas.openxmlformats.org/officeDocument/2006/relationships/image" Target="../media/image13.png"/><Relationship Id="rId6" Type="http://schemas.openxmlformats.org/officeDocument/2006/relationships/image" Target="../media/image14.jpg"/><Relationship Id="rId7" Type="http://schemas.openxmlformats.org/officeDocument/2006/relationships/image" Target="../media/image15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9.jpg"/><Relationship Id="rId5" Type="http://schemas.openxmlformats.org/officeDocument/2006/relationships/image" Target="../media/image20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277600"/>
            <a:chOff x="0" y="0"/>
            <a:chExt cx="20104100" cy="11277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504006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449329"/>
              <a:ext cx="20104100" cy="782772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094859" y="4488824"/>
              <a:ext cx="188770" cy="12284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629707" y="6882818"/>
              <a:ext cx="188770" cy="67724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845338" y="4898321"/>
              <a:ext cx="1282065" cy="2788285"/>
            </a:xfrm>
            <a:custGeom>
              <a:avLst/>
              <a:gdLst/>
              <a:ahLst/>
              <a:cxnLst/>
              <a:rect l="l" t="t" r="r" b="b"/>
              <a:pathLst>
                <a:path w="1282065" h="2788284">
                  <a:moveTo>
                    <a:pt x="7865" y="2787743"/>
                  </a:moveTo>
                  <a:lnTo>
                    <a:pt x="7865" y="2378244"/>
                  </a:lnTo>
                </a:path>
                <a:path w="1282065" h="2788284">
                  <a:moveTo>
                    <a:pt x="0" y="299249"/>
                  </a:moveTo>
                  <a:lnTo>
                    <a:pt x="0" y="0"/>
                  </a:lnTo>
                </a:path>
                <a:path w="1282065" h="2788284">
                  <a:moveTo>
                    <a:pt x="1282065" y="2771993"/>
                  </a:moveTo>
                  <a:lnTo>
                    <a:pt x="1282065" y="1874245"/>
                  </a:lnTo>
                </a:path>
              </a:pathLst>
            </a:custGeom>
            <a:ln w="15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3127404" y="4189573"/>
              <a:ext cx="0" cy="4237355"/>
            </a:xfrm>
            <a:custGeom>
              <a:avLst/>
              <a:gdLst/>
              <a:ahLst/>
              <a:cxnLst/>
              <a:rect l="l" t="t" r="r" b="b"/>
              <a:pathLst>
                <a:path w="0" h="4237355">
                  <a:moveTo>
                    <a:pt x="0" y="2425493"/>
                  </a:moveTo>
                  <a:lnTo>
                    <a:pt x="0" y="1511996"/>
                  </a:lnTo>
                </a:path>
                <a:path w="0" h="4237355">
                  <a:moveTo>
                    <a:pt x="0" y="1370246"/>
                  </a:moveTo>
                  <a:lnTo>
                    <a:pt x="0" y="0"/>
                  </a:lnTo>
                </a:path>
                <a:path w="0" h="4237355">
                  <a:moveTo>
                    <a:pt x="0" y="4236739"/>
                  </a:moveTo>
                  <a:lnTo>
                    <a:pt x="0" y="3638240"/>
                  </a:lnTo>
                </a:path>
              </a:pathLst>
            </a:custGeom>
            <a:ln w="78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3654388" y="4189573"/>
              <a:ext cx="8255" cy="4237355"/>
            </a:xfrm>
            <a:custGeom>
              <a:avLst/>
              <a:gdLst/>
              <a:ahLst/>
              <a:cxnLst/>
              <a:rect l="l" t="t" r="r" b="b"/>
              <a:pathLst>
                <a:path w="8255" h="4237355">
                  <a:moveTo>
                    <a:pt x="0" y="1637995"/>
                  </a:moveTo>
                  <a:lnTo>
                    <a:pt x="0" y="0"/>
                  </a:lnTo>
                </a:path>
                <a:path w="8255" h="4237355">
                  <a:moveTo>
                    <a:pt x="0" y="3748490"/>
                  </a:moveTo>
                  <a:lnTo>
                    <a:pt x="0" y="2850742"/>
                  </a:lnTo>
                </a:path>
                <a:path w="8255" h="4237355">
                  <a:moveTo>
                    <a:pt x="0" y="2677493"/>
                  </a:moveTo>
                  <a:lnTo>
                    <a:pt x="0" y="1795495"/>
                  </a:lnTo>
                </a:path>
                <a:path w="8255" h="4237355">
                  <a:moveTo>
                    <a:pt x="7865" y="4236739"/>
                  </a:moveTo>
                  <a:lnTo>
                    <a:pt x="7865" y="3905990"/>
                  </a:lnTo>
                </a:path>
              </a:pathLst>
            </a:custGeom>
            <a:ln w="236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181371" y="4197448"/>
              <a:ext cx="8255" cy="4229100"/>
            </a:xfrm>
            <a:custGeom>
              <a:avLst/>
              <a:gdLst/>
              <a:ahLst/>
              <a:cxnLst/>
              <a:rect l="l" t="t" r="r" b="b"/>
              <a:pathLst>
                <a:path w="8255" h="4229100">
                  <a:moveTo>
                    <a:pt x="0" y="4228864"/>
                  </a:moveTo>
                  <a:lnTo>
                    <a:pt x="0" y="1527746"/>
                  </a:lnTo>
                </a:path>
                <a:path w="8255" h="4229100">
                  <a:moveTo>
                    <a:pt x="7865" y="291374"/>
                  </a:moveTo>
                  <a:lnTo>
                    <a:pt x="7865" y="0"/>
                  </a:lnTo>
                </a:path>
              </a:pathLst>
            </a:custGeom>
            <a:ln w="15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4708356" y="4197448"/>
              <a:ext cx="0" cy="4229100"/>
            </a:xfrm>
            <a:custGeom>
              <a:avLst/>
              <a:gdLst/>
              <a:ahLst/>
              <a:cxnLst/>
              <a:rect l="l" t="t" r="r" b="b"/>
              <a:pathLst>
                <a:path w="0" h="4229100">
                  <a:moveTo>
                    <a:pt x="0" y="2685368"/>
                  </a:moveTo>
                  <a:lnTo>
                    <a:pt x="0" y="724498"/>
                  </a:lnTo>
                </a:path>
                <a:path w="0" h="4229100">
                  <a:moveTo>
                    <a:pt x="0" y="559123"/>
                  </a:moveTo>
                  <a:lnTo>
                    <a:pt x="0" y="0"/>
                  </a:lnTo>
                </a:path>
                <a:path w="0" h="4229100">
                  <a:moveTo>
                    <a:pt x="0" y="4228864"/>
                  </a:moveTo>
                  <a:lnTo>
                    <a:pt x="0" y="3370491"/>
                  </a:lnTo>
                </a:path>
              </a:pathLst>
            </a:custGeom>
            <a:ln w="236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2993692" y="4575447"/>
              <a:ext cx="1903730" cy="1055370"/>
            </a:xfrm>
            <a:custGeom>
              <a:avLst/>
              <a:gdLst/>
              <a:ahLst/>
              <a:cxnLst/>
              <a:rect l="l" t="t" r="r" b="b"/>
              <a:pathLst>
                <a:path w="1903730" h="1055370">
                  <a:moveTo>
                    <a:pt x="1289930" y="0"/>
                  </a:moveTo>
                  <a:lnTo>
                    <a:pt x="1903434" y="0"/>
                  </a:lnTo>
                </a:path>
                <a:path w="1903730" h="1055370">
                  <a:moveTo>
                    <a:pt x="0" y="527623"/>
                  </a:moveTo>
                  <a:lnTo>
                    <a:pt x="1101160" y="527623"/>
                  </a:lnTo>
                </a:path>
                <a:path w="1903730" h="1055370">
                  <a:moveTo>
                    <a:pt x="1289930" y="1055247"/>
                  </a:moveTo>
                  <a:lnTo>
                    <a:pt x="1903434" y="1055247"/>
                  </a:lnTo>
                </a:path>
              </a:pathLst>
            </a:custGeom>
            <a:ln w="15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3733042" y="5898444"/>
              <a:ext cx="1164590" cy="0"/>
            </a:xfrm>
            <a:custGeom>
              <a:avLst/>
              <a:gdLst/>
              <a:ahLst/>
              <a:cxnLst/>
              <a:rect l="l" t="t" r="r" b="b"/>
              <a:pathLst>
                <a:path w="1164590" h="0">
                  <a:moveTo>
                    <a:pt x="0" y="0"/>
                  </a:moveTo>
                  <a:lnTo>
                    <a:pt x="1164083" y="0"/>
                  </a:lnTo>
                </a:path>
              </a:pathLst>
            </a:custGeom>
            <a:ln w="23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3198192" y="6024443"/>
              <a:ext cx="2807970" cy="661670"/>
            </a:xfrm>
            <a:custGeom>
              <a:avLst/>
              <a:gdLst/>
              <a:ahLst/>
              <a:cxnLst/>
              <a:rect l="l" t="t" r="r" b="b"/>
              <a:pathLst>
                <a:path w="2807969" h="661670">
                  <a:moveTo>
                    <a:pt x="2210186" y="0"/>
                  </a:moveTo>
                  <a:lnTo>
                    <a:pt x="2807958" y="0"/>
                  </a:lnTo>
                </a:path>
                <a:path w="2807969" h="661670">
                  <a:moveTo>
                    <a:pt x="0" y="661498"/>
                  </a:moveTo>
                  <a:lnTo>
                    <a:pt x="1698933" y="661498"/>
                  </a:lnTo>
                </a:path>
              </a:pathLst>
            </a:custGeom>
            <a:ln w="15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3072346" y="6945816"/>
              <a:ext cx="487680" cy="0"/>
            </a:xfrm>
            <a:custGeom>
              <a:avLst/>
              <a:gdLst/>
              <a:ahLst/>
              <a:cxnLst/>
              <a:rect l="l" t="t" r="r" b="b"/>
              <a:pathLst>
                <a:path w="487680" h="0">
                  <a:moveTo>
                    <a:pt x="0" y="0"/>
                  </a:moveTo>
                  <a:lnTo>
                    <a:pt x="487656" y="0"/>
                  </a:lnTo>
                </a:path>
              </a:pathLst>
            </a:custGeom>
            <a:ln w="23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3072346" y="7489190"/>
              <a:ext cx="1557655" cy="0"/>
            </a:xfrm>
            <a:custGeom>
              <a:avLst/>
              <a:gdLst/>
              <a:ahLst/>
              <a:cxnLst/>
              <a:rect l="l" t="t" r="r" b="b"/>
              <a:pathLst>
                <a:path w="1557655" h="0">
                  <a:moveTo>
                    <a:pt x="0" y="0"/>
                  </a:moveTo>
                  <a:lnTo>
                    <a:pt x="1557355" y="0"/>
                  </a:lnTo>
                </a:path>
              </a:pathLst>
            </a:custGeom>
            <a:ln w="15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3213923" y="7749064"/>
              <a:ext cx="1683385" cy="0"/>
            </a:xfrm>
            <a:custGeom>
              <a:avLst/>
              <a:gdLst/>
              <a:ahLst/>
              <a:cxnLst/>
              <a:rect l="l" t="t" r="r" b="b"/>
              <a:pathLst>
                <a:path w="1683384" h="0">
                  <a:moveTo>
                    <a:pt x="0" y="0"/>
                  </a:moveTo>
                  <a:lnTo>
                    <a:pt x="1683202" y="0"/>
                  </a:lnTo>
                </a:path>
              </a:pathLst>
            </a:custGeom>
            <a:ln w="314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3740908" y="8008939"/>
              <a:ext cx="1156335" cy="0"/>
            </a:xfrm>
            <a:custGeom>
              <a:avLst/>
              <a:gdLst/>
              <a:ahLst/>
              <a:cxnLst/>
              <a:rect l="l" t="t" r="r" b="b"/>
              <a:pathLst>
                <a:path w="1156334" h="0">
                  <a:moveTo>
                    <a:pt x="0" y="0"/>
                  </a:moveTo>
                  <a:lnTo>
                    <a:pt x="1156218" y="0"/>
                  </a:lnTo>
                </a:path>
              </a:pathLst>
            </a:custGeom>
            <a:ln w="15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14126412" y="3590190"/>
            <a:ext cx="600075" cy="3422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08000" algn="l"/>
              </a:tabLst>
            </a:pPr>
            <a:r>
              <a:rPr dirty="0" sz="2050" spc="-50">
                <a:solidFill>
                  <a:srgbClr val="4D4F4D"/>
                </a:solidFill>
                <a:latin typeface="Times New Roman"/>
                <a:cs typeface="Times New Roman"/>
              </a:rPr>
              <a:t>-</a:t>
            </a:r>
            <a:r>
              <a:rPr dirty="0" sz="2050">
                <a:solidFill>
                  <a:srgbClr val="4D4F4D"/>
                </a:solidFill>
                <a:latin typeface="Times New Roman"/>
                <a:cs typeface="Times New Roman"/>
              </a:rPr>
              <a:t>	</a:t>
            </a:r>
            <a:r>
              <a:rPr dirty="0" sz="2050" spc="-50">
                <a:solidFill>
                  <a:srgbClr val="4D4F4D"/>
                </a:solidFill>
                <a:latin typeface="Times New Roman"/>
                <a:cs typeface="Times New Roman"/>
              </a:rPr>
              <a:t>-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xfrm>
            <a:off x="12993623" y="3739814"/>
            <a:ext cx="1861185" cy="50292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57530" algn="l"/>
                <a:tab pos="1066165" algn="l"/>
                <a:tab pos="1611630" algn="l"/>
              </a:tabLst>
            </a:pPr>
            <a:r>
              <a:rPr dirty="0" sz="3100" spc="-390">
                <a:solidFill>
                  <a:srgbClr val="0E0E0E"/>
                </a:solidFill>
                <a:latin typeface="Times New Roman"/>
                <a:cs typeface="Times New Roman"/>
              </a:rPr>
              <a:t>A</a:t>
            </a:r>
            <a:r>
              <a:rPr dirty="0" sz="3100">
                <a:solidFill>
                  <a:srgbClr val="0E0E0E"/>
                </a:solidFill>
                <a:latin typeface="Times New Roman"/>
                <a:cs typeface="Times New Roman"/>
              </a:rPr>
              <a:t>	</a:t>
            </a:r>
            <a:r>
              <a:rPr dirty="0" sz="3100" spc="-50">
                <a:solidFill>
                  <a:srgbClr val="0E0E0E"/>
                </a:solidFill>
                <a:latin typeface="Times New Roman"/>
                <a:cs typeface="Times New Roman"/>
              </a:rPr>
              <a:t>B</a:t>
            </a:r>
            <a:r>
              <a:rPr dirty="0" sz="3100">
                <a:solidFill>
                  <a:srgbClr val="0E0E0E"/>
                </a:solidFill>
                <a:latin typeface="Times New Roman"/>
                <a:cs typeface="Times New Roman"/>
              </a:rPr>
              <a:t>	</a:t>
            </a:r>
            <a:r>
              <a:rPr dirty="0" sz="3100" spc="-455">
                <a:solidFill>
                  <a:srgbClr val="0E0E0E"/>
                </a:solidFill>
                <a:latin typeface="Times New Roman"/>
                <a:cs typeface="Times New Roman"/>
              </a:rPr>
              <a:t>A</a:t>
            </a:r>
            <a:r>
              <a:rPr dirty="0" sz="3100">
                <a:solidFill>
                  <a:srgbClr val="0E0E0E"/>
                </a:solidFill>
                <a:latin typeface="Times New Roman"/>
                <a:cs typeface="Times New Roman"/>
              </a:rPr>
              <a:t>	</a:t>
            </a:r>
            <a:r>
              <a:rPr dirty="0" sz="3100" spc="-155">
                <a:solidFill>
                  <a:srgbClr val="0E0E0E"/>
                </a:solidFill>
                <a:latin typeface="Times New Roman"/>
                <a:cs typeface="Times New Roman"/>
              </a:rPr>
              <a:t>B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502969" y="4117985"/>
            <a:ext cx="1378585" cy="112077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3450" spc="90">
                <a:solidFill>
                  <a:srgbClr val="0E0E0E"/>
                </a:solidFill>
                <a:latin typeface="Times New Roman"/>
                <a:cs typeface="Times New Roman"/>
              </a:rPr>
              <a:t>erter</a:t>
            </a:r>
            <a:endParaRPr sz="3450">
              <a:latin typeface="Times New Roman"/>
              <a:cs typeface="Times New Roman"/>
            </a:endParaRPr>
          </a:p>
          <a:p>
            <a:pPr marL="154305">
              <a:lnSpc>
                <a:spcPct val="100000"/>
              </a:lnSpc>
              <a:spcBef>
                <a:spcPts val="450"/>
              </a:spcBef>
              <a:tabLst>
                <a:tab pos="956944" algn="l"/>
                <a:tab pos="1324610" algn="l"/>
              </a:tabLst>
            </a:pPr>
            <a:r>
              <a:rPr dirty="0" sz="2950" spc="-320" b="1">
                <a:solidFill>
                  <a:srgbClr val="0E0E0E"/>
                </a:solidFill>
                <a:latin typeface="Arial"/>
                <a:cs typeface="Arial"/>
              </a:rPr>
              <a:t>A</a:t>
            </a:r>
            <a:r>
              <a:rPr dirty="0" sz="2950" spc="235" b="1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dirty="0" sz="2950" spc="-50">
                <a:solidFill>
                  <a:srgbClr val="4D4F4D"/>
                </a:solidFill>
                <a:latin typeface="Arial"/>
                <a:cs typeface="Arial"/>
              </a:rPr>
              <a:t>-</a:t>
            </a:r>
            <a:r>
              <a:rPr dirty="0" sz="2950">
                <a:solidFill>
                  <a:srgbClr val="4D4F4D"/>
                </a:solidFill>
                <a:latin typeface="Arial"/>
                <a:cs typeface="Arial"/>
              </a:rPr>
              <a:t>	</a:t>
            </a:r>
            <a:r>
              <a:rPr dirty="0" sz="2950" spc="-560">
                <a:solidFill>
                  <a:srgbClr val="4D4F4D"/>
                </a:solidFill>
                <a:latin typeface="Arial"/>
                <a:cs typeface="Arial"/>
              </a:rPr>
              <a:t>,</a:t>
            </a:r>
            <a:r>
              <a:rPr dirty="0" u="heavy" sz="2950">
                <a:solidFill>
                  <a:srgbClr val="4D4F4D"/>
                </a:solidFill>
                <a:uFill>
                  <a:solidFill>
                    <a:srgbClr val="4C4E4C"/>
                  </a:solidFill>
                </a:uFill>
                <a:latin typeface="Arial"/>
                <a:cs typeface="Arial"/>
              </a:rPr>
              <a:t>	</a:t>
            </a:r>
            <a:r>
              <a:rPr dirty="0" u="none" sz="2950" spc="-560">
                <a:solidFill>
                  <a:srgbClr val="4D4F4D"/>
                </a:solidFill>
                <a:latin typeface="Arial"/>
                <a:cs typeface="Arial"/>
              </a:rPr>
              <a:t>,</a:t>
            </a:r>
            <a:endParaRPr sz="29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698611" y="4397375"/>
            <a:ext cx="105410" cy="3943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400" spc="-490">
                <a:solidFill>
                  <a:srgbClr val="4D4F4D"/>
                </a:solidFill>
                <a:latin typeface="Arial"/>
                <a:cs typeface="Arial"/>
              </a:rPr>
              <a:t>-</a:t>
            </a:r>
            <a:r>
              <a:rPr dirty="0" sz="2400" spc="-540">
                <a:solidFill>
                  <a:srgbClr val="4D4F4D"/>
                </a:solidFill>
                <a:latin typeface="Arial"/>
                <a:cs typeface="Arial"/>
              </a:rPr>
              <a:t>-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648865" y="7153616"/>
            <a:ext cx="1235710" cy="479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27405" algn="l"/>
                <a:tab pos="1052195" algn="l"/>
              </a:tabLst>
            </a:pPr>
            <a:r>
              <a:rPr dirty="0" sz="2950" b="1">
                <a:solidFill>
                  <a:srgbClr val="0E0E0E"/>
                </a:solidFill>
                <a:latin typeface="Arial"/>
                <a:cs typeface="Arial"/>
              </a:rPr>
              <a:t>B</a:t>
            </a:r>
            <a:r>
              <a:rPr dirty="0" sz="2950" spc="-114" b="1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dirty="0" sz="2950" spc="-50">
                <a:solidFill>
                  <a:srgbClr val="4D4F4D"/>
                </a:solidFill>
                <a:latin typeface="Arial"/>
                <a:cs typeface="Arial"/>
              </a:rPr>
              <a:t>-</a:t>
            </a:r>
            <a:r>
              <a:rPr dirty="0" sz="2950">
                <a:solidFill>
                  <a:srgbClr val="4D4F4D"/>
                </a:solidFill>
                <a:latin typeface="Arial"/>
                <a:cs typeface="Arial"/>
              </a:rPr>
              <a:t>	</a:t>
            </a:r>
            <a:r>
              <a:rPr dirty="0" sz="1000" spc="50">
                <a:solidFill>
                  <a:srgbClr val="576059"/>
                </a:solidFill>
                <a:latin typeface="Times New Roman"/>
                <a:cs typeface="Times New Roman"/>
              </a:rPr>
              <a:t>,</a:t>
            </a:r>
            <a:r>
              <a:rPr dirty="0" u="sng" sz="1000">
                <a:solidFill>
                  <a:srgbClr val="576059"/>
                </a:solidFill>
                <a:uFill>
                  <a:solidFill>
                    <a:srgbClr val="565F58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none" sz="1000" spc="130">
                <a:solidFill>
                  <a:srgbClr val="576059"/>
                </a:solidFill>
                <a:latin typeface="Times New Roman"/>
                <a:cs typeface="Times New Roman"/>
              </a:rPr>
              <a:t>--</a:t>
            </a:r>
            <a:r>
              <a:rPr dirty="0" u="none" sz="1000" spc="55">
                <a:solidFill>
                  <a:srgbClr val="576059"/>
                </a:solidFill>
                <a:latin typeface="Times New Roman"/>
                <a:cs typeface="Times New Roman"/>
              </a:rPr>
              <a:t>t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697324" y="5488059"/>
            <a:ext cx="147955" cy="3422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50" spc="215">
                <a:solidFill>
                  <a:srgbClr val="4D4F4D"/>
                </a:solidFill>
                <a:latin typeface="Times New Roman"/>
                <a:cs typeface="Times New Roman"/>
              </a:rPr>
              <a:t>-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4936454" y="6473317"/>
            <a:ext cx="1822450" cy="0"/>
          </a:xfrm>
          <a:custGeom>
            <a:avLst/>
            <a:gdLst/>
            <a:ahLst/>
            <a:cxnLst/>
            <a:rect l="l" t="t" r="r" b="b"/>
            <a:pathLst>
              <a:path w="1822450" h="0">
                <a:moveTo>
                  <a:pt x="0" y="0"/>
                </a:moveTo>
                <a:lnTo>
                  <a:pt x="1822200" y="0"/>
                </a:lnTo>
              </a:path>
            </a:pathLst>
          </a:custGeom>
          <a:ln w="7874">
            <a:solidFill>
              <a:srgbClr val="0E0E0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7925419" y="6559056"/>
            <a:ext cx="107950" cy="3422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50" spc="-50">
                <a:solidFill>
                  <a:srgbClr val="576059"/>
                </a:solidFill>
                <a:latin typeface="Times New Roman"/>
                <a:cs typeface="Times New Roman"/>
              </a:rPr>
              <a:t>-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4923758" y="5661309"/>
            <a:ext cx="3272790" cy="15500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971039">
              <a:lnSpc>
                <a:spcPts val="3490"/>
              </a:lnSpc>
              <a:spcBef>
                <a:spcPts val="130"/>
              </a:spcBef>
              <a:tabLst>
                <a:tab pos="2785745" algn="l"/>
              </a:tabLst>
            </a:pPr>
            <a:r>
              <a:rPr dirty="0" sz="3100" spc="-25" b="1">
                <a:solidFill>
                  <a:srgbClr val="0E0E0E"/>
                </a:solidFill>
                <a:latin typeface="Times New Roman"/>
                <a:cs typeface="Times New Roman"/>
              </a:rPr>
              <a:t>Q1=</a:t>
            </a:r>
            <a:r>
              <a:rPr dirty="0" sz="3100" b="1">
                <a:solidFill>
                  <a:srgbClr val="0E0E0E"/>
                </a:solidFill>
                <a:latin typeface="Times New Roman"/>
                <a:cs typeface="Times New Roman"/>
              </a:rPr>
              <a:t>	</a:t>
            </a:r>
            <a:r>
              <a:rPr dirty="0" sz="3100" spc="-335" b="1">
                <a:solidFill>
                  <a:srgbClr val="0E0E0E"/>
                </a:solidFill>
                <a:latin typeface="Times New Roman"/>
                <a:cs typeface="Times New Roman"/>
              </a:rPr>
              <a:t>AB</a:t>
            </a:r>
            <a:endParaRPr sz="3100">
              <a:latin typeface="Times New Roman"/>
              <a:cs typeface="Times New Roman"/>
            </a:endParaRPr>
          </a:p>
          <a:p>
            <a:pPr marL="12700">
              <a:lnSpc>
                <a:spcPts val="3370"/>
              </a:lnSpc>
            </a:pPr>
            <a:r>
              <a:rPr dirty="0" sz="3000" spc="-185" b="1">
                <a:solidFill>
                  <a:srgbClr val="0E0E0E"/>
                </a:solidFill>
                <a:latin typeface="Arial"/>
                <a:cs typeface="Arial"/>
              </a:rPr>
              <a:t>AND</a:t>
            </a:r>
            <a:r>
              <a:rPr dirty="0" sz="3000" spc="-130" b="1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dirty="0" sz="3000" spc="-10" b="1">
                <a:solidFill>
                  <a:srgbClr val="0E0E0E"/>
                </a:solidFill>
                <a:latin typeface="Arial"/>
                <a:cs typeface="Arial"/>
              </a:rPr>
              <a:t>Gates</a:t>
            </a:r>
            <a:endParaRPr sz="3000">
              <a:latin typeface="Arial"/>
              <a:cs typeface="Arial"/>
            </a:endParaRPr>
          </a:p>
          <a:p>
            <a:pPr marL="1971039">
              <a:lnSpc>
                <a:spcPct val="100000"/>
              </a:lnSpc>
              <a:spcBef>
                <a:spcPts val="1385"/>
              </a:spcBef>
              <a:tabLst>
                <a:tab pos="2785745" algn="l"/>
              </a:tabLst>
            </a:pPr>
            <a:r>
              <a:rPr dirty="0" sz="3100" spc="-25" b="1">
                <a:solidFill>
                  <a:srgbClr val="0E0E0E"/>
                </a:solidFill>
                <a:latin typeface="Times New Roman"/>
                <a:cs typeface="Times New Roman"/>
              </a:rPr>
              <a:t>Q2=</a:t>
            </a:r>
            <a:r>
              <a:rPr dirty="0" sz="3100" b="1">
                <a:solidFill>
                  <a:srgbClr val="0E0E0E"/>
                </a:solidFill>
                <a:latin typeface="Times New Roman"/>
                <a:cs typeface="Times New Roman"/>
              </a:rPr>
              <a:t>	</a:t>
            </a:r>
            <a:r>
              <a:rPr dirty="0" sz="3100" spc="-335" b="1">
                <a:solidFill>
                  <a:srgbClr val="0E0E0E"/>
                </a:solidFill>
                <a:latin typeface="Times New Roman"/>
                <a:cs typeface="Times New Roman"/>
              </a:rPr>
              <a:t>AB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8687050" y="5929057"/>
            <a:ext cx="284480" cy="483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00" spc="-80" b="1">
                <a:solidFill>
                  <a:srgbClr val="0E0E0E"/>
                </a:solidFill>
                <a:latin typeface="Arial"/>
                <a:cs typeface="Arial"/>
              </a:rPr>
              <a:t>D</a:t>
            </a:r>
            <a:endParaRPr sz="3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038748" y="8551426"/>
            <a:ext cx="1860550" cy="4743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>
                <a:solidFill>
                  <a:srgbClr val="0E0E0E"/>
                </a:solidFill>
                <a:latin typeface="Arial"/>
                <a:cs typeface="Arial"/>
              </a:rPr>
              <a:t>Data</a:t>
            </a:r>
            <a:r>
              <a:rPr dirty="0" sz="2950" spc="2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dirty="0" sz="2950" spc="-10">
                <a:solidFill>
                  <a:srgbClr val="0E0E0E"/>
                </a:solidFill>
                <a:latin typeface="Arial"/>
                <a:cs typeface="Arial"/>
              </a:rPr>
              <a:t>Lines</a:t>
            </a:r>
            <a:endParaRPr sz="2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908270" cy="1127705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03812" y="1669579"/>
            <a:ext cx="314617" cy="433123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063398" y="2992582"/>
            <a:ext cx="298886" cy="207899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823077" y="1260087"/>
            <a:ext cx="2092205" cy="225223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479176" y="4441575"/>
            <a:ext cx="1966358" cy="570148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9844483" y="2449202"/>
            <a:ext cx="259715" cy="4449445"/>
            <a:chOff x="19844483" y="2449202"/>
            <a:chExt cx="259715" cy="4449445"/>
          </a:xfrm>
        </p:grpSpPr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852359" y="6804068"/>
              <a:ext cx="251741" cy="944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9883810" y="5646444"/>
              <a:ext cx="0" cy="1149985"/>
            </a:xfrm>
            <a:custGeom>
              <a:avLst/>
              <a:gdLst/>
              <a:ahLst/>
              <a:cxnLst/>
              <a:rect l="l" t="t" r="r" b="b"/>
              <a:pathLst>
                <a:path w="0" h="1149984">
                  <a:moveTo>
                    <a:pt x="0" y="1149747"/>
                  </a:moveTo>
                  <a:lnTo>
                    <a:pt x="0" y="0"/>
                  </a:lnTo>
                </a:path>
              </a:pathLst>
            </a:custGeom>
            <a:ln w="786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9954599" y="2449202"/>
              <a:ext cx="0" cy="4355465"/>
            </a:xfrm>
            <a:custGeom>
              <a:avLst/>
              <a:gdLst/>
              <a:ahLst/>
              <a:cxnLst/>
              <a:rect l="l" t="t" r="r" b="b"/>
              <a:pathLst>
                <a:path w="0" h="4355465">
                  <a:moveTo>
                    <a:pt x="0" y="4354864"/>
                  </a:moveTo>
                  <a:lnTo>
                    <a:pt x="0" y="0"/>
                  </a:lnTo>
                </a:path>
              </a:pathLst>
            </a:custGeom>
            <a:ln w="235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/>
          <p:nvPr/>
        </p:nvSpPr>
        <p:spPr>
          <a:xfrm>
            <a:off x="19805155" y="8079813"/>
            <a:ext cx="0" cy="897890"/>
          </a:xfrm>
          <a:custGeom>
            <a:avLst/>
            <a:gdLst/>
            <a:ahLst/>
            <a:cxnLst/>
            <a:rect l="l" t="t" r="r" b="b"/>
            <a:pathLst>
              <a:path w="0" h="897890">
                <a:moveTo>
                  <a:pt x="0" y="897747"/>
                </a:moveTo>
                <a:lnTo>
                  <a:pt x="0" y="0"/>
                </a:lnTo>
              </a:path>
            </a:pathLst>
          </a:custGeom>
          <a:ln w="786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3426290" y="1858579"/>
            <a:ext cx="4625340" cy="0"/>
          </a:xfrm>
          <a:custGeom>
            <a:avLst/>
            <a:gdLst/>
            <a:ahLst/>
            <a:cxnLst/>
            <a:rect l="l" t="t" r="r" b="b"/>
            <a:pathLst>
              <a:path w="4625340" h="0">
                <a:moveTo>
                  <a:pt x="0" y="0"/>
                </a:moveTo>
                <a:lnTo>
                  <a:pt x="4624873" y="0"/>
                </a:lnTo>
              </a:path>
            </a:pathLst>
          </a:custGeom>
          <a:ln w="78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1908262" y="1858579"/>
            <a:ext cx="1179830" cy="0"/>
          </a:xfrm>
          <a:custGeom>
            <a:avLst/>
            <a:gdLst/>
            <a:ahLst/>
            <a:cxnLst/>
            <a:rect l="l" t="t" r="r" b="b"/>
            <a:pathLst>
              <a:path w="1179830" h="0">
                <a:moveTo>
                  <a:pt x="0" y="0"/>
                </a:moveTo>
                <a:lnTo>
                  <a:pt x="1179814" y="0"/>
                </a:lnTo>
              </a:path>
            </a:pathLst>
          </a:custGeom>
          <a:ln w="866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4291488" y="3031951"/>
            <a:ext cx="3531870" cy="0"/>
          </a:xfrm>
          <a:custGeom>
            <a:avLst/>
            <a:gdLst/>
            <a:ahLst/>
            <a:cxnLst/>
            <a:rect l="l" t="t" r="r" b="b"/>
            <a:pathLst>
              <a:path w="3531869" h="0">
                <a:moveTo>
                  <a:pt x="0" y="0"/>
                </a:moveTo>
                <a:lnTo>
                  <a:pt x="3531578" y="0"/>
                </a:lnTo>
              </a:path>
            </a:pathLst>
          </a:custGeom>
          <a:ln w="78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3418425" y="4039948"/>
            <a:ext cx="629285" cy="0"/>
          </a:xfrm>
          <a:custGeom>
            <a:avLst/>
            <a:gdLst/>
            <a:ahLst/>
            <a:cxnLst/>
            <a:rect l="l" t="t" r="r" b="b"/>
            <a:pathLst>
              <a:path w="629284" h="0">
                <a:moveTo>
                  <a:pt x="0" y="0"/>
                </a:moveTo>
                <a:lnTo>
                  <a:pt x="629234" y="0"/>
                </a:lnTo>
              </a:path>
            </a:pathLst>
          </a:custGeom>
          <a:ln w="78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1908262" y="4039948"/>
            <a:ext cx="1195705" cy="0"/>
          </a:xfrm>
          <a:custGeom>
            <a:avLst/>
            <a:gdLst/>
            <a:ahLst/>
            <a:cxnLst/>
            <a:rect l="l" t="t" r="r" b="b"/>
            <a:pathLst>
              <a:path w="1195705" h="0">
                <a:moveTo>
                  <a:pt x="0" y="0"/>
                </a:moveTo>
                <a:lnTo>
                  <a:pt x="1195545" y="0"/>
                </a:lnTo>
              </a:path>
            </a:pathLst>
          </a:custGeom>
          <a:ln w="78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5809517" y="4559697"/>
            <a:ext cx="535305" cy="0"/>
          </a:xfrm>
          <a:custGeom>
            <a:avLst/>
            <a:gdLst/>
            <a:ahLst/>
            <a:cxnLst/>
            <a:rect l="l" t="t" r="r" b="b"/>
            <a:pathLst>
              <a:path w="535305" h="0">
                <a:moveTo>
                  <a:pt x="0" y="0"/>
                </a:moveTo>
                <a:lnTo>
                  <a:pt x="534849" y="0"/>
                </a:lnTo>
              </a:path>
            </a:pathLst>
          </a:custGeom>
          <a:ln w="78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4275758" y="5047946"/>
            <a:ext cx="1203960" cy="0"/>
          </a:xfrm>
          <a:custGeom>
            <a:avLst/>
            <a:gdLst/>
            <a:ahLst/>
            <a:cxnLst/>
            <a:rect l="l" t="t" r="r" b="b"/>
            <a:pathLst>
              <a:path w="1203959" h="0">
                <a:moveTo>
                  <a:pt x="0" y="0"/>
                </a:moveTo>
                <a:lnTo>
                  <a:pt x="1203410" y="0"/>
                </a:lnTo>
              </a:path>
            </a:pathLst>
          </a:custGeom>
          <a:ln w="78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7453392" y="5583444"/>
            <a:ext cx="2399030" cy="0"/>
          </a:xfrm>
          <a:custGeom>
            <a:avLst/>
            <a:gdLst/>
            <a:ahLst/>
            <a:cxnLst/>
            <a:rect l="l" t="t" r="r" b="b"/>
            <a:pathLst>
              <a:path w="2399030" h="0">
                <a:moveTo>
                  <a:pt x="0" y="0"/>
                </a:moveTo>
                <a:lnTo>
                  <a:pt x="2398956" y="0"/>
                </a:lnTo>
              </a:path>
            </a:pathLst>
          </a:custGeom>
          <a:ln w="78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3316174" y="5977193"/>
            <a:ext cx="2163445" cy="0"/>
          </a:xfrm>
          <a:custGeom>
            <a:avLst/>
            <a:gdLst/>
            <a:ahLst/>
            <a:cxnLst/>
            <a:rect l="l" t="t" r="r" b="b"/>
            <a:pathLst>
              <a:path w="2163444" h="0">
                <a:moveTo>
                  <a:pt x="0" y="0"/>
                </a:moveTo>
                <a:lnTo>
                  <a:pt x="2162993" y="0"/>
                </a:lnTo>
              </a:path>
            </a:pathLst>
          </a:custGeom>
          <a:ln w="866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9875943" y="7985314"/>
            <a:ext cx="228600" cy="79375"/>
          </a:xfrm>
          <a:custGeom>
            <a:avLst/>
            <a:gdLst/>
            <a:ahLst/>
            <a:cxnLst/>
            <a:rect l="l" t="t" r="r" b="b"/>
            <a:pathLst>
              <a:path w="228600" h="79375">
                <a:moveTo>
                  <a:pt x="228155" y="78749"/>
                </a:moveTo>
                <a:lnTo>
                  <a:pt x="0" y="78749"/>
                </a:lnTo>
                <a:lnTo>
                  <a:pt x="0" y="0"/>
                </a:lnTo>
                <a:lnTo>
                  <a:pt x="228155" y="0"/>
                </a:lnTo>
                <a:lnTo>
                  <a:pt x="228155" y="78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1908262" y="8505062"/>
            <a:ext cx="3547745" cy="0"/>
          </a:xfrm>
          <a:custGeom>
            <a:avLst/>
            <a:gdLst/>
            <a:ahLst/>
            <a:cxnLst/>
            <a:rect l="l" t="t" r="r" b="b"/>
            <a:pathLst>
              <a:path w="3547744" h="0">
                <a:moveTo>
                  <a:pt x="0" y="0"/>
                </a:moveTo>
                <a:lnTo>
                  <a:pt x="3547309" y="0"/>
                </a:lnTo>
              </a:path>
            </a:pathLst>
          </a:custGeom>
          <a:ln w="78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7445525" y="9040561"/>
            <a:ext cx="2296795" cy="0"/>
          </a:xfrm>
          <a:custGeom>
            <a:avLst/>
            <a:gdLst/>
            <a:ahLst/>
            <a:cxnLst/>
            <a:rect l="l" t="t" r="r" b="b"/>
            <a:pathLst>
              <a:path w="2296794" h="0">
                <a:moveTo>
                  <a:pt x="0" y="0"/>
                </a:moveTo>
                <a:lnTo>
                  <a:pt x="2296705" y="0"/>
                </a:lnTo>
              </a:path>
            </a:pathLst>
          </a:custGeom>
          <a:ln w="866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1908262" y="9426435"/>
            <a:ext cx="3555365" cy="0"/>
          </a:xfrm>
          <a:custGeom>
            <a:avLst/>
            <a:gdLst/>
            <a:ahLst/>
            <a:cxnLst/>
            <a:rect l="l" t="t" r="r" b="b"/>
            <a:pathLst>
              <a:path w="3555365" h="0">
                <a:moveTo>
                  <a:pt x="0" y="0"/>
                </a:moveTo>
                <a:lnTo>
                  <a:pt x="3555174" y="0"/>
                </a:lnTo>
              </a:path>
            </a:pathLst>
          </a:custGeom>
          <a:ln w="78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0658776" y="1589948"/>
            <a:ext cx="914400" cy="549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450" spc="-150">
                <a:solidFill>
                  <a:srgbClr val="993849"/>
                </a:solidFill>
                <a:latin typeface="Arial"/>
                <a:cs typeface="Arial"/>
              </a:rPr>
              <a:t>XOR</a:t>
            </a:r>
            <a:endParaRPr sz="34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632988" y="2105756"/>
            <a:ext cx="911225" cy="5924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700" spc="-320">
                <a:solidFill>
                  <a:srgbClr val="993849"/>
                </a:solidFill>
                <a:latin typeface="Times New Roman"/>
                <a:cs typeface="Times New Roman"/>
              </a:rPr>
              <a:t>XOR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804688" y="5322685"/>
            <a:ext cx="916940" cy="5689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50" spc="-215" b="1">
                <a:solidFill>
                  <a:srgbClr val="993849"/>
                </a:solidFill>
                <a:latin typeface="Arial"/>
                <a:cs typeface="Arial"/>
              </a:rPr>
              <a:t>AND</a:t>
            </a:r>
            <a:endParaRPr sz="3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277600"/>
            <a:chOff x="0" y="0"/>
            <a:chExt cx="20104100" cy="11277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27705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84741" y="3433576"/>
              <a:ext cx="1053968" cy="14174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393743" y="6363070"/>
              <a:ext cx="393271" cy="66149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031931" y="6615069"/>
              <a:ext cx="298886" cy="40949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040884" y="6465442"/>
              <a:ext cx="0" cy="386080"/>
            </a:xfrm>
            <a:custGeom>
              <a:avLst/>
              <a:gdLst/>
              <a:ahLst/>
              <a:cxnLst/>
              <a:rect l="l" t="t" r="r" b="b"/>
              <a:pathLst>
                <a:path w="0" h="386079">
                  <a:moveTo>
                    <a:pt x="0" y="385874"/>
                  </a:moveTo>
                  <a:lnTo>
                    <a:pt x="0" y="0"/>
                  </a:lnTo>
                </a:path>
              </a:pathLst>
            </a:custGeom>
            <a:ln w="393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3670119" y="4795946"/>
              <a:ext cx="0" cy="2591435"/>
            </a:xfrm>
            <a:custGeom>
              <a:avLst/>
              <a:gdLst/>
              <a:ahLst/>
              <a:cxnLst/>
              <a:rect l="l" t="t" r="r" b="b"/>
              <a:pathLst>
                <a:path w="0" h="2591434">
                  <a:moveTo>
                    <a:pt x="0" y="1724620"/>
                  </a:moveTo>
                  <a:lnTo>
                    <a:pt x="0" y="0"/>
                  </a:lnTo>
                </a:path>
                <a:path w="0" h="2591434">
                  <a:moveTo>
                    <a:pt x="0" y="2590868"/>
                  </a:moveTo>
                  <a:lnTo>
                    <a:pt x="0" y="2228619"/>
                  </a:lnTo>
                </a:path>
              </a:pathLst>
            </a:custGeom>
            <a:ln w="550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110583" y="4780196"/>
              <a:ext cx="1360805" cy="3142615"/>
            </a:xfrm>
            <a:custGeom>
              <a:avLst/>
              <a:gdLst/>
              <a:ahLst/>
              <a:cxnLst/>
              <a:rect l="l" t="t" r="r" b="b"/>
              <a:pathLst>
                <a:path w="1360805" h="3142615">
                  <a:moveTo>
                    <a:pt x="0" y="3142117"/>
                  </a:moveTo>
                  <a:lnTo>
                    <a:pt x="0" y="2535743"/>
                  </a:lnTo>
                </a:path>
                <a:path w="1360805" h="3142615">
                  <a:moveTo>
                    <a:pt x="1360719" y="1811245"/>
                  </a:moveTo>
                  <a:lnTo>
                    <a:pt x="1360719" y="0"/>
                  </a:lnTo>
                </a:path>
              </a:pathLst>
            </a:custGeom>
            <a:ln w="472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3646523" y="4819571"/>
              <a:ext cx="330835" cy="0"/>
            </a:xfrm>
            <a:custGeom>
              <a:avLst/>
              <a:gdLst/>
              <a:ahLst/>
              <a:cxnLst/>
              <a:rect l="l" t="t" r="r" b="b"/>
              <a:pathLst>
                <a:path w="330834" h="0">
                  <a:moveTo>
                    <a:pt x="0" y="0"/>
                  </a:moveTo>
                  <a:lnTo>
                    <a:pt x="330348" y="0"/>
                  </a:lnTo>
                </a:path>
              </a:pathLst>
            </a:custGeom>
            <a:ln w="551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2647613" y="5071571"/>
              <a:ext cx="1062355" cy="0"/>
            </a:xfrm>
            <a:custGeom>
              <a:avLst/>
              <a:gdLst/>
              <a:ahLst/>
              <a:cxnLst/>
              <a:rect l="l" t="t" r="r" b="b"/>
              <a:pathLst>
                <a:path w="1062355" h="0">
                  <a:moveTo>
                    <a:pt x="0" y="0"/>
                  </a:moveTo>
                  <a:lnTo>
                    <a:pt x="1061833" y="0"/>
                  </a:lnTo>
                </a:path>
              </a:pathLst>
            </a:custGeom>
            <a:ln w="472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2946499" y="6370942"/>
              <a:ext cx="424815" cy="283845"/>
            </a:xfrm>
            <a:custGeom>
              <a:avLst/>
              <a:gdLst/>
              <a:ahLst/>
              <a:cxnLst/>
              <a:rect l="l" t="t" r="r" b="b"/>
              <a:pathLst>
                <a:path w="424815" h="283845">
                  <a:moveTo>
                    <a:pt x="0" y="0"/>
                  </a:moveTo>
                  <a:lnTo>
                    <a:pt x="243828" y="0"/>
                  </a:lnTo>
                </a:path>
                <a:path w="424815" h="283845">
                  <a:moveTo>
                    <a:pt x="157308" y="283499"/>
                  </a:moveTo>
                  <a:lnTo>
                    <a:pt x="424733" y="283499"/>
                  </a:lnTo>
                </a:path>
              </a:pathLst>
            </a:custGeom>
            <a:ln w="3175">
              <a:solidFill>
                <a:srgbClr val="E1E6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6910676" y="7024566"/>
              <a:ext cx="267970" cy="0"/>
            </a:xfrm>
            <a:custGeom>
              <a:avLst/>
              <a:gdLst/>
              <a:ahLst/>
              <a:cxnLst/>
              <a:rect l="l" t="t" r="r" b="b"/>
              <a:pathLst>
                <a:path w="267969" h="0">
                  <a:moveTo>
                    <a:pt x="0" y="0"/>
                  </a:moveTo>
                  <a:lnTo>
                    <a:pt x="267424" y="0"/>
                  </a:lnTo>
                </a:path>
              </a:pathLst>
            </a:custGeom>
            <a:ln w="7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3646523" y="7347440"/>
              <a:ext cx="1243330" cy="0"/>
            </a:xfrm>
            <a:custGeom>
              <a:avLst/>
              <a:gdLst/>
              <a:ahLst/>
              <a:cxnLst/>
              <a:rect l="l" t="t" r="r" b="b"/>
              <a:pathLst>
                <a:path w="1243330" h="0">
                  <a:moveTo>
                    <a:pt x="0" y="0"/>
                  </a:moveTo>
                  <a:lnTo>
                    <a:pt x="1242738" y="0"/>
                  </a:lnTo>
                </a:path>
              </a:pathLst>
            </a:custGeom>
            <a:ln w="472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949518" y="3416252"/>
              <a:ext cx="5097145" cy="547370"/>
            </a:xfrm>
            <a:custGeom>
              <a:avLst/>
              <a:gdLst/>
              <a:ahLst/>
              <a:cxnLst/>
              <a:rect l="l" t="t" r="r" b="b"/>
              <a:pathLst>
                <a:path w="5097145" h="547370">
                  <a:moveTo>
                    <a:pt x="5096653" y="546982"/>
                  </a:moveTo>
                  <a:lnTo>
                    <a:pt x="0" y="546982"/>
                  </a:lnTo>
                  <a:lnTo>
                    <a:pt x="0" y="0"/>
                  </a:lnTo>
                  <a:lnTo>
                    <a:pt x="5096653" y="0"/>
                  </a:lnTo>
                  <a:lnTo>
                    <a:pt x="5096653" y="546982"/>
                  </a:lnTo>
                  <a:close/>
                </a:path>
              </a:pathLst>
            </a:custGeom>
            <a:solidFill>
              <a:srgbClr val="0E152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90"/>
              <a:t>Clocking</a:t>
            </a:r>
            <a:r>
              <a:rPr dirty="0" spc="55"/>
              <a:t> </a:t>
            </a:r>
            <a:r>
              <a:rPr dirty="0" spc="160"/>
              <a:t>with</a:t>
            </a:r>
            <a:r>
              <a:rPr dirty="0" spc="-120"/>
              <a:t> </a:t>
            </a:r>
            <a:r>
              <a:rPr dirty="0" spc="145"/>
              <a:t>555</a:t>
            </a:r>
            <a:r>
              <a:rPr dirty="0" spc="-220"/>
              <a:t> </a:t>
            </a:r>
            <a:r>
              <a:rPr dirty="0" spc="110"/>
              <a:t>Timer</a:t>
            </a:r>
            <a:r>
              <a:rPr dirty="0" spc="-120"/>
              <a:t> </a:t>
            </a:r>
            <a:r>
              <a:rPr dirty="0" spc="90"/>
              <a:t>IC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3393160" y="4704500"/>
            <a:ext cx="18605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40">
                <a:solidFill>
                  <a:srgbClr val="4B4D4B"/>
                </a:solidFill>
                <a:latin typeface="Arial"/>
                <a:cs typeface="Arial"/>
              </a:rPr>
              <a:t>7</a:t>
            </a:r>
            <a:endParaRPr sz="2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030451" y="4476124"/>
            <a:ext cx="191135" cy="3562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150" spc="45">
                <a:solidFill>
                  <a:srgbClr val="4B4D4B"/>
                </a:solidFill>
                <a:latin typeface="Arial"/>
                <a:cs typeface="Arial"/>
              </a:rPr>
              <a:t>8</a:t>
            </a:r>
            <a:endParaRPr sz="21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913766" y="5468372"/>
            <a:ext cx="37782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25">
                <a:solidFill>
                  <a:srgbClr val="4B4D4B"/>
                </a:solidFill>
                <a:latin typeface="Arial"/>
                <a:cs typeface="Arial"/>
              </a:rPr>
              <a:t>R2</a:t>
            </a:r>
            <a:endParaRPr sz="21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065551" y="6120420"/>
            <a:ext cx="487680" cy="781685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algn="r" marR="6985">
              <a:lnSpc>
                <a:spcPct val="100000"/>
              </a:lnSpc>
              <a:spcBef>
                <a:spcPts val="555"/>
              </a:spcBef>
            </a:pPr>
            <a:r>
              <a:rPr dirty="0" u="sng" sz="2100" spc="-50">
                <a:solidFill>
                  <a:srgbClr val="4B4D4B"/>
                </a:solidFill>
                <a:uFill>
                  <a:solidFill>
                    <a:srgbClr val="4B4D4B"/>
                  </a:solidFill>
                </a:uFill>
                <a:latin typeface="Arial"/>
                <a:cs typeface="Arial"/>
              </a:rPr>
              <a:t>6</a:t>
            </a:r>
            <a:endParaRPr sz="21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455"/>
              </a:spcBef>
            </a:pPr>
            <a:r>
              <a:rPr dirty="0" u="sng" sz="2100" spc="210">
                <a:solidFill>
                  <a:srgbClr val="E1E6ED"/>
                </a:solidFill>
                <a:uFill>
                  <a:solidFill>
                    <a:srgbClr val="3A3B3A"/>
                  </a:solidFill>
                </a:uFill>
                <a:latin typeface="Arial"/>
                <a:cs typeface="Arial"/>
              </a:rPr>
              <a:t>�</a:t>
            </a:r>
            <a:r>
              <a:rPr dirty="0" u="sng" sz="2100" spc="210">
                <a:solidFill>
                  <a:srgbClr val="3A3B3A"/>
                </a:solidFill>
                <a:uFill>
                  <a:solidFill>
                    <a:srgbClr val="3A3B3A"/>
                  </a:solidFill>
                </a:uFill>
                <a:latin typeface="Arial"/>
                <a:cs typeface="Arial"/>
              </a:rPr>
              <a:t>2</a:t>
            </a:r>
            <a:endParaRPr sz="2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519945" y="6523619"/>
            <a:ext cx="249554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4450" spc="409">
                <a:solidFill>
                  <a:srgbClr val="623F2D"/>
                </a:solidFill>
                <a:latin typeface="Arial"/>
                <a:cs typeface="Arial"/>
              </a:rPr>
              <a:t>-</a:t>
            </a:r>
            <a:endParaRPr sz="44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313010" y="5543562"/>
            <a:ext cx="532765" cy="85979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530"/>
              </a:spcBef>
            </a:pPr>
            <a:r>
              <a:rPr dirty="0" sz="2450" spc="-25" b="1">
                <a:solidFill>
                  <a:srgbClr val="037003"/>
                </a:solidFill>
                <a:latin typeface="Times New Roman"/>
                <a:cs typeface="Times New Roman"/>
              </a:rPr>
              <a:t>ICl</a:t>
            </a:r>
            <a:endParaRPr sz="2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2300" spc="-25" b="1">
                <a:solidFill>
                  <a:srgbClr val="037003"/>
                </a:solidFill>
                <a:latin typeface="Arial"/>
                <a:cs typeface="Arial"/>
              </a:rPr>
              <a:t>555</a:t>
            </a:r>
            <a:endParaRPr sz="23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505796" y="5783371"/>
            <a:ext cx="1871345" cy="8477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160780" algn="l"/>
              </a:tabLst>
            </a:pPr>
            <a:r>
              <a:rPr dirty="0" u="heavy" sz="2200" spc="-400">
                <a:solidFill>
                  <a:srgbClr val="4B4D4B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2200" spc="-50">
                <a:solidFill>
                  <a:srgbClr val="4B4D4B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3</a:t>
            </a:r>
            <a:r>
              <a:rPr dirty="0" u="heavy" sz="2200">
                <a:solidFill>
                  <a:srgbClr val="4B4D4B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2200">
              <a:latin typeface="Arial"/>
              <a:cs typeface="Arial"/>
            </a:endParaRPr>
          </a:p>
          <a:p>
            <a:pPr marL="983615">
              <a:lnSpc>
                <a:spcPct val="100000"/>
              </a:lnSpc>
              <a:spcBef>
                <a:spcPts val="1455"/>
              </a:spcBef>
            </a:pPr>
            <a:r>
              <a:rPr dirty="0" sz="1950" spc="-10">
                <a:solidFill>
                  <a:srgbClr val="3A3B3A"/>
                </a:solidFill>
                <a:latin typeface="Arial"/>
                <a:cs typeface="Arial"/>
              </a:rPr>
              <a:t>OLJ</a:t>
            </a:r>
            <a:r>
              <a:rPr dirty="0" sz="1950" spc="-10">
                <a:solidFill>
                  <a:srgbClr val="606060"/>
                </a:solidFill>
                <a:latin typeface="Arial"/>
                <a:cs typeface="Arial"/>
              </a:rPr>
              <a:t>tpu</a:t>
            </a:r>
            <a:r>
              <a:rPr dirty="0" sz="1950" spc="-10">
                <a:solidFill>
                  <a:srgbClr val="2A2A2A"/>
                </a:solidFill>
                <a:latin typeface="Arial"/>
                <a:cs typeface="Arial"/>
              </a:rPr>
              <a:t>t</a:t>
            </a:r>
            <a:endParaRPr sz="19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874294" y="7326867"/>
            <a:ext cx="18923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65">
                <a:solidFill>
                  <a:srgbClr val="4B4D4B"/>
                </a:solidFill>
                <a:latin typeface="Arial"/>
                <a:cs typeface="Arial"/>
              </a:rPr>
              <a:t>5</a:t>
            </a:r>
            <a:endParaRPr sz="21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516577" y="7472553"/>
            <a:ext cx="238125" cy="4743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950" spc="85">
                <a:solidFill>
                  <a:srgbClr val="2A2A2A"/>
                </a:solidFill>
                <a:latin typeface="Arial"/>
                <a:cs typeface="Arial"/>
              </a:rPr>
              <a:t>+</a:t>
            </a:r>
            <a:endParaRPr sz="29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745436" y="7334742"/>
            <a:ext cx="18796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50">
                <a:solidFill>
                  <a:srgbClr val="4B4D4B"/>
                </a:solidFill>
                <a:latin typeface="Arial"/>
                <a:cs typeface="Arial"/>
              </a:rPr>
              <a:t>1</a:t>
            </a:r>
            <a:endParaRPr sz="21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103144" y="7933240"/>
            <a:ext cx="934719" cy="6711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62865">
              <a:lnSpc>
                <a:spcPts val="2505"/>
              </a:lnSpc>
              <a:spcBef>
                <a:spcPts val="105"/>
              </a:spcBef>
            </a:pPr>
            <a:r>
              <a:rPr dirty="0" sz="2100" spc="50">
                <a:solidFill>
                  <a:srgbClr val="4B4D4B"/>
                </a:solidFill>
                <a:latin typeface="Arial"/>
                <a:cs typeface="Arial"/>
              </a:rPr>
              <a:t>C2</a:t>
            </a:r>
            <a:endParaRPr sz="2100">
              <a:latin typeface="Arial"/>
              <a:cs typeface="Arial"/>
            </a:endParaRPr>
          </a:p>
          <a:p>
            <a:pPr algn="ctr">
              <a:lnSpc>
                <a:spcPts val="2565"/>
              </a:lnSpc>
            </a:pPr>
            <a:r>
              <a:rPr dirty="0" sz="2150" spc="-65">
                <a:solidFill>
                  <a:srgbClr val="4B4D4B"/>
                </a:solidFill>
                <a:latin typeface="Arial"/>
                <a:cs typeface="Arial"/>
              </a:rPr>
              <a:t>0.01�F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261725"/>
            <a:chOff x="0" y="0"/>
            <a:chExt cx="20104100" cy="112617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52" cy="474082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772324"/>
              <a:ext cx="20104052" cy="6488982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5125843" y="5003748"/>
            <a:ext cx="31051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10">
                <a:solidFill>
                  <a:srgbClr val="3D3D3D"/>
                </a:solidFill>
                <a:latin typeface="Arial"/>
                <a:cs typeface="Arial"/>
              </a:rPr>
              <a:t>Decodec</a:t>
            </a:r>
            <a:endParaRPr sz="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51942" y="5043123"/>
            <a:ext cx="67310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8547" sz="975" i="1">
                <a:solidFill>
                  <a:srgbClr val="525252"/>
                </a:solidFill>
                <a:latin typeface="Arial"/>
                <a:cs typeface="Arial"/>
              </a:rPr>
              <a:t>Q,</a:t>
            </a:r>
            <a:r>
              <a:rPr dirty="0" baseline="-8547" sz="975" i="1">
                <a:solidFill>
                  <a:srgbClr val="9C9C9C"/>
                </a:solidFill>
                <a:latin typeface="Arial"/>
                <a:cs typeface="Arial"/>
              </a:rPr>
              <a:t>•</a:t>
            </a:r>
            <a:r>
              <a:rPr dirty="0" baseline="-8547" sz="975" spc="172" i="1">
                <a:solidFill>
                  <a:srgbClr val="9C9C9C"/>
                </a:solidFill>
                <a:latin typeface="Arial"/>
                <a:cs typeface="Arial"/>
              </a:rPr>
              <a:t> </a:t>
            </a:r>
            <a:r>
              <a:rPr dirty="0" baseline="-11111" sz="750">
                <a:solidFill>
                  <a:srgbClr val="525252"/>
                </a:solidFill>
                <a:latin typeface="Times New Roman"/>
                <a:cs typeface="Times New Roman"/>
              </a:rPr>
              <a:t>AO</a:t>
            </a:r>
            <a:r>
              <a:rPr dirty="0" baseline="-11111" sz="750" spc="382">
                <a:solidFill>
                  <a:srgbClr val="525252"/>
                </a:solidFill>
                <a:latin typeface="Times New Roman"/>
                <a:cs typeface="Times New Roman"/>
              </a:rPr>
              <a:t>  </a:t>
            </a:r>
            <a:r>
              <a:rPr dirty="0" sz="1300" spc="-10">
                <a:solidFill>
                  <a:srgbClr val="525252"/>
                </a:solidFill>
                <a:latin typeface="Times New Roman"/>
                <a:cs typeface="Times New Roman"/>
              </a:rPr>
              <a:t>""''"'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2026-09-24T09:04:48Z</dcterms:created>
  <dcterms:modified xsi:type="dcterms:W3CDTF">2026-09-24T09:04:48Z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2026-09-10T00:00:00Z</vt:filetime>
  </property>
  <property fmtid="{D5CDD505-2E9C-101B-9397-08002B2CF9AE}" pid="3" name="LastSaved">
    <vt:filetime>2026-09-24T00:00:00Z</vt:filetime>
  </property>
</Properties>
</file>